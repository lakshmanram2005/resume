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B8A2-753B-487C-B445-806EA13AB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F932A-238B-402D-BD8D-80E0BF5CD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C0AFE-6AD5-4EF8-9EBC-E2B5C2DA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2055-6479-46A3-8CFC-90E71EF7955D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3648F-9345-401C-8D9D-1373310E2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4626F-BFEC-4D84-A9E8-AECD9D423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508-011A-4711-8C72-294F84930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694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B2A5-4350-4F9C-B05D-94C90A815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975BC-BE5D-488F-84A5-4D810C280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D76DC-7686-405E-832E-70A3FEE9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2055-6479-46A3-8CFC-90E71EF7955D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CC901-4E7C-4AF2-86B8-64649E9E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EE9FB-3E96-47A9-B5F6-62C39970C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508-011A-4711-8C72-294F84930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967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8EEF-CC5B-474A-B10B-CE6EC4FBF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32585-631E-4CE0-8881-2C963A052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E7D8E-EFDF-4C54-8F38-EE502DDD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2055-6479-46A3-8CFC-90E71EF7955D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BD936-997E-4227-9CB9-AB723E7D5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F82F8-A23C-4BFE-973F-40C20171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508-011A-4711-8C72-294F84930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50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41E28-488B-438B-8593-2551156A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91C71-312B-4BC9-8B00-7EAAC0D03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FE1BC-74B9-4C59-A0BA-4FADFC7DB2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961D7-21D9-42F8-AF25-136D3DD1A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2055-6479-46A3-8CFC-90E71EF7955D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4F890-B7F2-40BD-B6FC-C713AC56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D7ACE-9834-4E6A-94A6-5EA030942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508-011A-4711-8C72-294F84930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5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F6F27-DF6C-424D-B390-9907A7DFA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E42C2-6295-4DD7-B8FF-B32A33F4E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F8907-C636-43D7-9622-219F24599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561826-1A74-40F3-AC63-FC86E0F87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7E729C-FB96-42B2-B123-47E4C909BA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CC546-0F4D-46CF-B3C8-BF816021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2055-6479-46A3-8CFC-90E71EF7955D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B0AFD5-289C-454C-B4B6-15CB617AB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ACBE16-D9BF-4D19-9AF9-459063F7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508-011A-4711-8C72-294F84930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205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3446-44C6-4F12-A9DF-28EDC6922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6D7012-9C05-43AB-B683-16F13313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2055-6479-46A3-8CFC-90E71EF7955D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B860E-914A-4148-8720-1B0A4E8F0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09CE69-1474-44ED-A109-4BFA64739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508-011A-4711-8C72-294F84930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07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2A732F-125C-4E1D-9100-044DFC003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2055-6479-46A3-8CFC-90E71EF7955D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9064F-8376-4B7E-9DC2-6D844AC6B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2FA71-E11F-4D09-9849-E31C97A3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508-011A-4711-8C72-294F84930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366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DBEE-468B-4258-81E2-B830FFA28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67FFD-1278-4815-A5CD-E786A4B85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2BD62-E2C1-4596-8585-8322AFFBE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62ABB-4902-4627-896E-BC42F715D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2055-6479-46A3-8CFC-90E71EF7955D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54D64-F96F-4888-812E-5CEDAF8A6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4337B-7D8E-48E5-9617-ADC16B35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508-011A-4711-8C72-294F84930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774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5E7F5-0CFE-4CD5-BE34-F9C5714E3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F85F50-8739-49A7-9AE0-1AC08B67D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FBC4D-85D3-4788-801B-946907996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C05EF-72F4-4D2D-9963-DB72CD95A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2055-6479-46A3-8CFC-90E71EF7955D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67BB3-22B6-42C8-B55E-21B92E371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20207-269F-49D7-88E2-4A4F206AE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508-011A-4711-8C72-294F84930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19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C898-E7E1-482F-8BFA-D31293FC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D2D18D-37C9-4AFB-A665-FC00303CE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75A26-66EA-452C-A540-338B06A1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2055-6479-46A3-8CFC-90E71EF7955D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7E276-899C-4F83-A2B1-7E820CE14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868E9-8505-4FF9-B47F-095004BF4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508-011A-4711-8C72-294F84930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828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661581-0D47-4E1B-859C-A46AE38E0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555C3-ECC3-487F-9F38-5CED0C599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0FDFC-3B36-4C8C-BF0C-72A9F91E0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2055-6479-46A3-8CFC-90E71EF7955D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8398-13B7-420E-B880-CDA8D9F35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9F097-8802-4665-8312-EBA6A63F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F0508-011A-4711-8C72-294F84930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383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C3CDD-7096-4CF8-8BA7-3D75CB50D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A3817-23C2-432B-BCEE-0EF19F863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44039-FB4B-472F-B287-8089F6A31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22055-6479-46A3-8CFC-90E71EF7955D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36AF0-ACDC-4D37-8137-A16E89532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B4E41-5D2D-4EE5-BD88-EB52B208A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F0508-011A-4711-8C72-294F849305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3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akshmanram2005@gmail.com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8835A24-24F0-4AFB-8ABA-A62E0D4A7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-45719"/>
            <a:ext cx="105156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4C577B-CB65-4BF8-A5C7-40C155E2A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>
            <a:normAutofit/>
          </a:bodyPr>
          <a:lstStyle/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LAKSHMANAKUMAR.B</a:t>
            </a:r>
            <a:endParaRPr lang="en-IN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Electrical and Electronics Engineering Student</a:t>
            </a:r>
            <a:endParaRPr lang="en-IN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Ph no:9003871423  </a:t>
            </a:r>
            <a:endParaRPr lang="en-IN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Email:</a:t>
            </a:r>
            <a:r>
              <a:rPr lang="en-IN" sz="1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2"/>
              </a:rPr>
              <a:t>lakshmanram2005@gmail.com</a:t>
            </a:r>
            <a:endParaRPr lang="en-IN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Professional Summary</a:t>
            </a:r>
            <a:endParaRPr lang="en-IN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Dedicated and results-driven Electrical and Electronics Engineering student passionate about embedded systems and electric mobility. Seeking to leverage skills in real-time embedded systems, motor control, and power electronics to contribute to innovative projects in a challenging internship role.</a:t>
            </a:r>
            <a:endParaRPr lang="en-IN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br>
              <a:rPr lang="en-IN" b="0" dirty="0">
                <a:effectLst/>
              </a:rPr>
            </a:br>
            <a:r>
              <a:rPr lang="en-IN" sz="18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Skills</a:t>
            </a:r>
            <a:endParaRPr lang="en-IN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Hardware &amp; Core</a:t>
            </a:r>
            <a:endParaRPr lang="en-IN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• Motor Control (SRM/BLDC), Battery Management Systems, Power Electronics, </a:t>
            </a:r>
            <a:r>
              <a:rPr lang="en-IN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loT</a:t>
            </a:r>
            <a:endParaRPr lang="en-IN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• Tools: 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Arduino IDE, Microcontrollers, Relay Modules, Sensors (IR, Ultrasonic, Vibration), IGBT</a:t>
            </a:r>
            <a:endParaRPr lang="en-IN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Software &amp; IT</a:t>
            </a:r>
            <a:endParaRPr lang="en-IN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• Languages: 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Python (Requests, BS4, Streamlet, NumPy, pandas), Embedded C, Arduino</a:t>
            </a:r>
            <a:endParaRPr lang="en-IN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• Concepts: 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Web Scraping, Data Cleaning, Al Chatbot Models</a:t>
            </a:r>
            <a:endParaRPr lang="en-IN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Soft Skills</a:t>
            </a:r>
            <a:endParaRPr lang="en-IN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• Team Collaboration, Public Speaking, Documentation.</a:t>
            </a:r>
            <a:endParaRPr lang="en-IN" b="0" dirty="0">
              <a:effectLst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122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09F76-793C-40CD-B328-9A1DA984E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-45718"/>
            <a:ext cx="105156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0A5C8-4252-4F5F-B133-3A2D48144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>
            <a:noAutofit/>
          </a:bodyPr>
          <a:lstStyle/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Education</a:t>
            </a:r>
            <a:endParaRPr lang="en-US" sz="1400" b="0" dirty="0">
              <a:effectLst/>
            </a:endParaRP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B.E. Electrical and Electronics Engineering - V.S.B Engineering College, Karur, 2023 - 2027</a:t>
            </a:r>
          </a:p>
          <a:p>
            <a:pPr marL="0" indent="0" rtl="0" fontAlgn="base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HSC -Akshaya academy Matric </a:t>
            </a:r>
            <a:r>
              <a:rPr lang="en-US" sz="14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Hr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Sec School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en-US" sz="14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Projects</a:t>
            </a:r>
            <a:endParaRPr lang="en-US" sz="1400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        1. 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AI-based roof plantation monitoring and smart irrigation control system 2023</a:t>
            </a:r>
            <a:endParaRPr lang="en-US" sz="1400" b="0" dirty="0">
              <a:effectLst/>
            </a:endParaRPr>
          </a:p>
          <a:p>
            <a:pPr rtl="0" fontAlgn="base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Real-time monitoring: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Uses sensors (soil moisture, temperature, humidity, pH) and IoT controllers to continuously monitor roof plantation conditions and plant health.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  <a:p>
            <a:pPr rtl="0" fontAlgn="base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Smart irrigation control :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Automatically controls water supply based on sensor data, reducing water wastage and ensuring optimal irrigation for plants.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  <a:p>
            <a:pPr rtl="0" fontAlgn="base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AI &amp; remote access: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AI algorithms 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analyse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data for prediction and optimization, while a mobile/web app enables remote monitoring, alerts, and control.</a:t>
            </a:r>
            <a:endParaRPr lang="en-US" sz="1400" b="0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br>
              <a:rPr lang="en-US" sz="1400" b="0" dirty="0">
                <a:effectLst/>
              </a:rPr>
            </a:b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   </a:t>
            </a:r>
            <a:r>
              <a:rPr lang="en-US" sz="14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2.</a:t>
            </a: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IOT  Based Smart LPG Gas Leakage Detection and Automation 2023</a:t>
            </a:r>
            <a:endParaRPr lang="en-US" sz="1400" b="0" dirty="0">
              <a:effectLst/>
            </a:endParaRPr>
          </a:p>
          <a:p>
            <a:pPr rtl="0" fontAlgn="base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Real-time gas monitoring: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Uses LPG gas sensors and IoT controllers to continuously monitor gas concentration levels and detect leakage instantly.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Smart safety automation: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Automatically activates alarms and controls safety mechanisms such as gas shut-off systems during leakage detection.</a:t>
            </a:r>
          </a:p>
          <a:p>
            <a:pPr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IoT &amp; remote alerts: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Sends real-time notifications and alerts through mobile/web applications for remote monitoring and quick response.</a:t>
            </a: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br>
              <a:rPr lang="en-US" sz="1400" b="0" dirty="0">
                <a:effectLst/>
              </a:rPr>
            </a:br>
            <a:r>
              <a:rPr lang="en-US" sz="14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Certifications</a:t>
            </a:r>
            <a:endParaRPr lang="en-US" sz="1400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Java Completion Certification  </a:t>
            </a:r>
            <a:endParaRPr lang="en-US" sz="1400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•Python Programming Certification</a:t>
            </a:r>
            <a:br>
              <a:rPr lang="en-US" sz="1400" b="0" dirty="0">
                <a:effectLst/>
              </a:rPr>
            </a:br>
            <a:r>
              <a:rPr lang="en-US" sz="14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Area of Interest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Switched Reluctance Motor, Artificial Intelligence &amp;amp; Machine Learning</a:t>
            </a:r>
            <a:endParaRPr lang="en-US" sz="1400" b="0" dirty="0">
              <a:effectLst/>
            </a:endParaRPr>
          </a:p>
          <a:p>
            <a:pPr marL="0" indent="0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Declaration</a:t>
            </a:r>
            <a:endParaRPr lang="en-US" sz="14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80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 hereby declare that all the information mentioned above is true and correct to the best of my knowledge and belief.</a:t>
            </a:r>
            <a:br>
              <a:rPr lang="en-US" sz="1400" dirty="0"/>
            </a:b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99694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Widescreen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Noto Sans Symbols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Logesh Kanna</dc:creator>
  <cp:lastModifiedBy>Logesh Kanna</cp:lastModifiedBy>
  <cp:revision>1</cp:revision>
  <dcterms:created xsi:type="dcterms:W3CDTF">2026-05-15T04:20:40Z</dcterms:created>
  <dcterms:modified xsi:type="dcterms:W3CDTF">2026-05-15T04:20:41Z</dcterms:modified>
</cp:coreProperties>
</file>