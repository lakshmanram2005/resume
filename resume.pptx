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gesh Kanna" userId="59c631e16c26ade2" providerId="LiveId" clId="{3C7EE0DD-6E3C-48C3-A427-7947FBDB8340}"/>
    <pc:docChg chg="custSel modSld">
      <pc:chgData name="Logesh Kanna" userId="59c631e16c26ade2" providerId="LiveId" clId="{3C7EE0DD-6E3C-48C3-A427-7947FBDB8340}" dt="2026-05-15T04:26:14.049" v="1" actId="700"/>
      <pc:docMkLst>
        <pc:docMk/>
      </pc:docMkLst>
      <pc:sldChg chg="delSp modSp mod modClrScheme chgLayout">
        <pc:chgData name="Logesh Kanna" userId="59c631e16c26ade2" providerId="LiveId" clId="{3C7EE0DD-6E3C-48C3-A427-7947FBDB8340}" dt="2026-05-15T04:26:05.511" v="0" actId="700"/>
        <pc:sldMkLst>
          <pc:docMk/>
          <pc:sldMk cId="3811227928" sldId="256"/>
        </pc:sldMkLst>
        <pc:spChg chg="del">
          <ac:chgData name="Logesh Kanna" userId="59c631e16c26ade2" providerId="LiveId" clId="{3C7EE0DD-6E3C-48C3-A427-7947FBDB8340}" dt="2026-05-15T04:26:05.511" v="0" actId="700"/>
          <ac:spMkLst>
            <pc:docMk/>
            <pc:sldMk cId="3811227928" sldId="256"/>
            <ac:spMk id="6" creationId="{58835A24-24F0-4AFB-8ABA-A62E0D4A7819}"/>
          </ac:spMkLst>
        </pc:spChg>
        <pc:spChg chg="mod ord">
          <ac:chgData name="Logesh Kanna" userId="59c631e16c26ade2" providerId="LiveId" clId="{3C7EE0DD-6E3C-48C3-A427-7947FBDB8340}" dt="2026-05-15T04:26:05.511" v="0" actId="700"/>
          <ac:spMkLst>
            <pc:docMk/>
            <pc:sldMk cId="3811227928" sldId="256"/>
            <ac:spMk id="7" creationId="{B14C577B-CB65-4BF8-A5C7-40C155E2A2C0}"/>
          </ac:spMkLst>
        </pc:spChg>
      </pc:sldChg>
      <pc:sldChg chg="delSp modSp mod modClrScheme chgLayout">
        <pc:chgData name="Logesh Kanna" userId="59c631e16c26ade2" providerId="LiveId" clId="{3C7EE0DD-6E3C-48C3-A427-7947FBDB8340}" dt="2026-05-15T04:26:14.049" v="1" actId="700"/>
        <pc:sldMkLst>
          <pc:docMk/>
          <pc:sldMk cId="3299694101" sldId="257"/>
        </pc:sldMkLst>
        <pc:spChg chg="del">
          <ac:chgData name="Logesh Kanna" userId="59c631e16c26ade2" providerId="LiveId" clId="{3C7EE0DD-6E3C-48C3-A427-7947FBDB8340}" dt="2026-05-15T04:26:14.049" v="1" actId="700"/>
          <ac:spMkLst>
            <pc:docMk/>
            <pc:sldMk cId="3299694101" sldId="257"/>
            <ac:spMk id="2" creationId="{41509F76-793C-40CD-B328-9A1DA984EFE7}"/>
          </ac:spMkLst>
        </pc:spChg>
        <pc:spChg chg="mod ord">
          <ac:chgData name="Logesh Kanna" userId="59c631e16c26ade2" providerId="LiveId" clId="{3C7EE0DD-6E3C-48C3-A427-7947FBDB8340}" dt="2026-05-15T04:26:14.049" v="1" actId="700"/>
          <ac:spMkLst>
            <pc:docMk/>
            <pc:sldMk cId="3299694101" sldId="257"/>
            <ac:spMk id="3" creationId="{D880A5C8-4252-4F5F-B133-3A2D481443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B8A2-753B-487C-B445-806EA13AB8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F932A-238B-402D-BD8D-80E0BF5CDF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C0AFE-6AD5-4EF8-9EBC-E2B5C2DA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3648F-9345-401C-8D9D-1373310E2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4626F-BFEC-4D84-A9E8-AECD9D423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5694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8B2A5-4350-4F9C-B05D-94C90A815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975BC-BE5D-488F-84A5-4D810C280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D76DC-7686-405E-832E-70A3FEE9C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CC901-4E7C-4AF2-86B8-64649E9E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EE9FB-3E96-47A9-B5F6-62C39970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89678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E8EEF-CC5B-474A-B10B-CE6EC4FBF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32585-631E-4CE0-8881-2C963A052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E7D8E-EFDF-4C54-8F38-EE502DDD7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BD936-997E-4227-9CB9-AB723E7D5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82F8-A23C-4BFE-973F-40C201717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850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41E28-488B-438B-8593-2551156A3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91C71-312B-4BC9-8B00-7EAAC0D03E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BFE1BC-74B9-4C59-A0BA-4FADFC7DB2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D961D7-21D9-42F8-AF25-136D3DD1A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C4F890-B7F2-40BD-B6FC-C713AC567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D7ACE-9834-4E6A-94A6-5EA030942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5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F6F27-DF6C-424D-B390-9907A7DFA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E42C2-6295-4DD7-B8FF-B32A33F4E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3F8907-C636-43D7-9622-219F24599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561826-1A74-40F3-AC63-FC86E0F87E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E729C-FB96-42B2-B123-47E4C909BA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3CC546-0F4D-46CF-B3C8-BF816021A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B0AFD5-289C-454C-B4B6-15CB617AB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ACBE16-D9BF-4D19-9AF9-459063F7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9205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3446-44C6-4F12-A9DF-28EDC692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6D7012-9C05-43AB-B683-16F133131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B860E-914A-4148-8720-1B0A4E8F0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09CE69-1474-44ED-A109-4BFA64739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4078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A732F-125C-4E1D-9100-044DFC00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69064F-8376-4B7E-9DC2-6D844AC6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FA71-E11F-4D09-9849-E31C97A3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1366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DBEE-468B-4258-81E2-B830FFA28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67FFD-1278-4815-A5CD-E786A4B85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2BD62-E2C1-4596-8585-8322AFFBE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062ABB-4902-4627-896E-BC42F715D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54D64-F96F-4888-812E-5CEDAF8A6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4337B-7D8E-48E5-9617-ADC16B35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774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E7F5-0CFE-4CD5-BE34-F9C5714E3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F85F50-8739-49A7-9AE0-1AC08B67D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1FBC4D-85D3-4788-801B-9469079966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C05EF-72F4-4D2D-9963-DB72CD95A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67BB3-22B6-42C8-B55E-21B92E371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20207-269F-49D7-88E2-4A4F206AE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3194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4C898-E7E1-482F-8BFA-D31293FC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D2D18D-37C9-4AFB-A665-FC00303CEE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75A26-66EA-452C-A540-338B06A1B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7E276-899C-4F83-A2B1-7E820CE14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868E9-8505-4FF9-B47F-095004BF4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828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661581-0D47-4E1B-859C-A46AE38E0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555C3-ECC3-487F-9F38-5CED0C5995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FDFC-3B36-4C8C-BF0C-72A9F91E0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398-13B7-420E-B880-CDA8D9F35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9F097-8802-4665-8312-EBA6A63F1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383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C3CDD-7096-4CF8-8BA7-3D75CB50D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A3817-23C2-432B-BCEE-0EF19F863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44039-FB4B-472F-B287-8089F6A31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D22055-6479-46A3-8CFC-90E71EF7955D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36AF0-ACDC-4D37-8137-A16E895321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B4E41-5D2D-4EE5-BD88-EB52B208A6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F0508-011A-4711-8C72-294F849305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835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akshmanram2005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14C577B-CB65-4BF8-A5C7-40C155E2A2C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0"/>
            <a:ext cx="10515600" cy="6858000"/>
          </a:xfrm>
        </p:spPr>
        <p:txBody>
          <a:bodyPr>
            <a:normAutofit/>
          </a:bodyPr>
          <a:lstStyle/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LAKSHMANAKUMAR.B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Electrical and Electronics Engineering Student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Ph no:9003871423  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Email:</a:t>
            </a:r>
            <a:r>
              <a:rPr lang="en-IN" sz="1800" b="0" i="0" u="sng" strike="noStrike" dirty="0">
                <a:solidFill>
                  <a:srgbClr val="1155CC"/>
                </a:solidFill>
                <a:effectLst/>
                <a:latin typeface="Times New Roman" panose="02020603050405020304" pitchFamily="18" charset="0"/>
                <a:hlinkClick r:id="rId2"/>
              </a:rPr>
              <a:t>lakshmanram2005@gmail.com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Professional Summary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Dedicated and results-driven Electrical and Electronics Engineering student passionate about embedded systems and electric mobility. Seeking to leverage skills in real-time embedded systems, motor control, and power electronics to contribute to innovative projects in a challenging internship role.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br>
              <a:rPr lang="en-IN" b="0" dirty="0">
                <a:effectLst/>
              </a:rPr>
            </a:br>
            <a:r>
              <a:rPr lang="en-IN" sz="18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Skills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Hardware &amp; Core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 Motor Control (SRM/BLDC), Battery Management Systems, Power Electronics, </a:t>
            </a:r>
            <a:r>
              <a:rPr lang="en-IN" sz="1800" b="1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loT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 Tools: </a:t>
            </a: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Arduino IDE, Microcontrollers, Relay Modules, Sensors (IR, Ultrasonic, Vibration), IGBT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Software &amp; IT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 Languages: </a:t>
            </a: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Python (Requests, BS4, Streamlet, NumPy, pandas), Embedded C, Arduino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 Concepts: </a:t>
            </a:r>
            <a:r>
              <a:rPr lang="en-IN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Web Scraping, Data Cleaning, Al Chatbot Models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Soft Skills</a:t>
            </a:r>
            <a:endParaRPr lang="en-IN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 Team Collaboration, Public Speaking, Documentation.</a:t>
            </a:r>
            <a:endParaRPr lang="en-IN" b="0" dirty="0">
              <a:effectLst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1227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0A5C8-4252-4F5F-B133-3A2D4814430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0"/>
            <a:ext cx="10515600" cy="6858000"/>
          </a:xfrm>
        </p:spPr>
        <p:txBody>
          <a:bodyPr>
            <a:noAutofit/>
          </a:bodyPr>
          <a:lstStyle/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Education</a:t>
            </a:r>
            <a:endParaRPr lang="en-US" sz="1400" b="0" dirty="0">
              <a:effectLst/>
            </a:endParaRPr>
          </a:p>
          <a:p>
            <a:pPr marL="0" indent="0" rtl="0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B.E. Electrical and Electronics Engineering - V.S.B Engineering College, Karur, 2023 - 2027</a:t>
            </a:r>
          </a:p>
          <a:p>
            <a:pPr marL="0" indent="0" rtl="0" fontAlgn="base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HSC -Akshaya academy Matric </a:t>
            </a:r>
            <a:r>
              <a:rPr lang="en-US" sz="1400" b="1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Hr</a:t>
            </a: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Sec School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rtl="0">
              <a:spcBef>
                <a:spcPts val="0"/>
              </a:spcBef>
              <a:spcAft>
                <a:spcPts val="800"/>
              </a:spcAft>
            </a:pP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Projects</a:t>
            </a:r>
            <a:endParaRPr lang="en-US" sz="1400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        1. </a:t>
            </a: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AI-based roof plantation monitoring and smart irrigation control system 2023</a:t>
            </a:r>
            <a:endParaRPr lang="en-US" sz="1400" b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Real-time monitoring: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Uses sensors (soil moisture, temperature, humidity, pH) and IoT controllers to continuously monitor roof plantation conditions and plant health.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Noto Sans Symbols"/>
            </a:endParaRPr>
          </a:p>
          <a:p>
            <a:pPr rtl="0" fontAlgn="base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Smart irrigation control :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Automatically controls water supply based on sensor data, reducing water wastage and ensuring optimal irrigation for plants.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Noto Sans Symbols"/>
            </a:endParaRPr>
          </a:p>
          <a:p>
            <a:pPr rtl="0" fontAlgn="base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AI &amp; remote access: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AI algorithms </a:t>
            </a:r>
            <a:r>
              <a:rPr lang="en-US" sz="14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analyse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data for prediction and optimization, while a mobile/web app enables remote monitoring, alerts, and control.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Noto Sans Symbols"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br>
              <a:rPr lang="en-US" sz="1400" b="0" dirty="0">
                <a:effectLst/>
              </a:rPr>
            </a:b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   </a:t>
            </a: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2.</a:t>
            </a: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IOT  Based Smart LPG Gas Leakage Detection and Automation 2023</a:t>
            </a:r>
            <a:endParaRPr lang="en-US" sz="1400" b="0" dirty="0">
              <a:effectLst/>
            </a:endParaRPr>
          </a:p>
          <a:p>
            <a:pPr rtl="0" fontAlgn="base"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Real-time gas monitoring: 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Uses LPG gas sensors and IoT controllers to continuously monitor gas concentration levels and detect leakage instantly.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Smart safety automation: 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Automatically activates alarms and controls safety mechanisms such as gas shut-off systems during leakage detection.</a:t>
            </a:r>
          </a:p>
          <a:p>
            <a:pPr rtl="0"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4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IoT &amp; remote alerts: 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Sends real-time notifications and alerts through mobile/web applications for remote monitoring and quick response.</a:t>
            </a: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br>
              <a:rPr lang="en-US" sz="1400" b="0" dirty="0">
                <a:effectLst/>
              </a:rPr>
            </a:b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Certifications</a:t>
            </a:r>
            <a:endParaRPr lang="en-US" sz="1400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Java Completion Certification  </a:t>
            </a:r>
            <a:endParaRPr lang="en-US" sz="1400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•Python Programming Certification</a:t>
            </a:r>
            <a:br>
              <a:rPr lang="en-US" sz="1400" b="0" dirty="0">
                <a:effectLst/>
              </a:rPr>
            </a:b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Area of Interest</a:t>
            </a:r>
            <a:endParaRPr lang="en-US" sz="14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80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Switched Reluctance Motor, Artificial Intelligence &amp;amp; Machine Learning</a:t>
            </a:r>
            <a:endParaRPr lang="en-US" sz="1400" b="0" dirty="0">
              <a:effectLst/>
            </a:endParaRPr>
          </a:p>
          <a:p>
            <a:pPr marL="0" indent="0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i="0" u="none" strike="noStrike" dirty="0">
                <a:solidFill>
                  <a:srgbClr val="C00000"/>
                </a:solidFill>
                <a:effectLst/>
                <a:latin typeface="Times New Roman" panose="02020603050405020304" pitchFamily="18" charset="0"/>
              </a:rPr>
              <a:t>Declaration</a:t>
            </a:r>
            <a:endParaRPr lang="en-US" sz="14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80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 hereby declare that all the information mentioned above is true and correct to the best of my knowledge and belief.</a:t>
            </a:r>
            <a:br>
              <a:rPr lang="en-US" sz="1400" dirty="0"/>
            </a:b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299694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410</Words>
  <Application>Microsoft Office PowerPoint</Application>
  <PresentationFormat>Widescreen</PresentationFormat>
  <Paragraphs>33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Noto Sans Symbols</vt:lpstr>
      <vt:lpstr>Times New Roman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Logesh Kanna</dc:creator>
  <cp:lastModifiedBy>Logesh Kanna</cp:lastModifiedBy>
  <cp:revision>1</cp:revision>
  <dcterms:created xsi:type="dcterms:W3CDTF">2026-05-15T04:20:40Z</dcterms:created>
  <dcterms:modified xsi:type="dcterms:W3CDTF">2026-05-15T04:26:16Z</dcterms:modified>
</cp:coreProperties>
</file>